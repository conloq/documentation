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15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8"/>
  </p:notesMasterIdLst>
  <p:sldIdLst>
    <p:sldId id="303" r:id="rId3"/>
    <p:sldId id="290" r:id="rId4"/>
    <p:sldId id="281" r:id="rId5"/>
    <p:sldId id="280" r:id="rId6"/>
    <p:sldId id="291" r:id="rId7"/>
  </p:sldIdLst>
  <p:sldSz cx="12192000" cy="6858000"/>
  <p:notesSz cx="6858000" cy="9144000"/>
  <p:embeddedFontLst>
    <p:embeddedFont>
      <p:font typeface="Helvetica Neue Light" panose="020B0604020202020204" charset="0"/>
      <p:regular r:id="rId9"/>
      <p:bold r:id="rId10"/>
      <p:italic r:id="rId11"/>
      <p:boldItalic r:id="rId12"/>
    </p:embeddedFon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Raleway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8" roundtripDataSignature="AMtx7mhzJyO2rBJwDZk+O/OA8NtZLrGy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70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80" Type="http://schemas.openxmlformats.org/officeDocument/2006/relationships/viewProps" Target="viewProps.xml"/><Relationship Id="rId85" Type="http://schemas.openxmlformats.org/officeDocument/2006/relationships/customXml" Target="../customXml/item3.xml"/><Relationship Id="rId3" Type="http://schemas.openxmlformats.org/officeDocument/2006/relationships/slide" Target="slides/slide1.xml"/><Relationship Id="rId84" Type="http://schemas.openxmlformats.org/officeDocument/2006/relationships/customXml" Target="../customXml/item2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83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79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font" Target="fonts/font7.fntdata"/><Relationship Id="rId82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>
          <a:extLst>
            <a:ext uri="{FF2B5EF4-FFF2-40B4-BE49-F238E27FC236}">
              <a16:creationId xmlns:a16="http://schemas.microsoft.com/office/drawing/2014/main" id="{A48E20C5-0467-F31C-BD61-80D5BF3E0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6:notes">
            <a:extLst>
              <a:ext uri="{FF2B5EF4-FFF2-40B4-BE49-F238E27FC236}">
                <a16:creationId xmlns:a16="http://schemas.microsoft.com/office/drawing/2014/main" id="{85C5A3C9-D7F7-C40D-EBBA-291E17425F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36:notes">
            <a:extLst>
              <a:ext uri="{FF2B5EF4-FFF2-40B4-BE49-F238E27FC236}">
                <a16:creationId xmlns:a16="http://schemas.microsoft.com/office/drawing/2014/main" id="{A354C7DB-80BE-AC93-F991-AD3023C09C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8506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1" name="Google Shape;701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2"/>
              <a:buFont typeface="Calibri"/>
              <a:buNone/>
            </a:pPr>
            <a:endParaRPr sz="14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analistamodelosdenegocios.com.br/" TargetMode="Externa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analistamodelosdenegocios.com.br/" TargetMode="Externa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hyperlink" Target="https://analistamodelosdenegocios.com.br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4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4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4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4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">
  <p:cSld name="Title &amp; Conten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0"/>
          <p:cNvSpPr txBox="1">
            <a:spLocks noGrp="1"/>
          </p:cNvSpPr>
          <p:nvPr>
            <p:ph type="body" idx="1"/>
          </p:nvPr>
        </p:nvSpPr>
        <p:spPr>
          <a:xfrm>
            <a:off x="778935" y="813508"/>
            <a:ext cx="10604677" cy="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68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92"/>
              <a:buFont typeface="Arial"/>
              <a:buChar char="●"/>
              <a:defRPr sz="2492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40"/>
          <p:cNvSpPr txBox="1">
            <a:spLocks noGrp="1"/>
          </p:cNvSpPr>
          <p:nvPr>
            <p:ph type="body" idx="2"/>
          </p:nvPr>
        </p:nvSpPr>
        <p:spPr>
          <a:xfrm>
            <a:off x="791633" y="1278800"/>
            <a:ext cx="10604677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05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75"/>
              <a:buFont typeface="Arial"/>
              <a:buChar char="●"/>
              <a:defRPr sz="975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40"/>
          <p:cNvSpPr txBox="1"/>
          <p:nvPr/>
        </p:nvSpPr>
        <p:spPr>
          <a:xfrm>
            <a:off x="791628" y="6297125"/>
            <a:ext cx="3571569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25"/>
              <a:buFont typeface="Lato"/>
              <a:buNone/>
            </a:pPr>
            <a:r>
              <a:rPr lang="en-US" sz="900" b="1" u="sng">
                <a:solidFill>
                  <a:srgbClr val="4B5050"/>
                </a:solidFill>
                <a:latin typeface="Raleway"/>
                <a:ea typeface="Raleway"/>
                <a:cs typeface="Raleway"/>
                <a:sym typeface="Raleway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 ANALISTA DE </a:t>
            </a:r>
            <a:r>
              <a:rPr lang="en-US" sz="900" b="1" i="0" u="sng" strike="noStrike" cap="none">
                <a:solidFill>
                  <a:srgbClr val="4B5050"/>
                </a:solidFill>
                <a:latin typeface="Raleway"/>
                <a:ea typeface="Raleway"/>
                <a:cs typeface="Raleway"/>
                <a:sym typeface="Raleway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900" b="1" u="sng">
                <a:solidFill>
                  <a:srgbClr val="00AAF0"/>
                </a:solidFill>
                <a:latin typeface="Raleway"/>
                <a:ea typeface="Raleway"/>
                <a:cs typeface="Raleway"/>
                <a:sym typeface="Raleway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MODELOS DE NEGÓCIOS</a:t>
            </a:r>
            <a:endParaRPr/>
          </a:p>
        </p:txBody>
      </p:sp>
      <p:sp>
        <p:nvSpPr>
          <p:cNvPr id="89" name="Google Shape;89;p40"/>
          <p:cNvSpPr txBox="1"/>
          <p:nvPr/>
        </p:nvSpPr>
        <p:spPr>
          <a:xfrm>
            <a:off x="8077487" y="6297125"/>
            <a:ext cx="3316062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25"/>
              <a:buFont typeface="Lato"/>
              <a:buNone/>
            </a:pPr>
            <a:r>
              <a:rPr lang="en-US" sz="900" b="1">
                <a:solidFill>
                  <a:srgbClr val="00AAF0"/>
                </a:solidFill>
                <a:latin typeface="Raleway"/>
                <a:ea typeface="Raleway"/>
                <a:cs typeface="Raleway"/>
                <a:sym typeface="Raleway"/>
              </a:rPr>
              <a:t>analistamodelosdenegocios.com.br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Background Layout">
  <p:cSld name="Full Background Layou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4"/>
              <a:buFont typeface="Arial"/>
              <a:buNone/>
            </a:pPr>
            <a:endParaRPr sz="1584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at Right Side">
  <p:cSld name="Title &amp; Content at Right Side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3"/>
          <p:cNvSpPr txBox="1">
            <a:spLocks noGrp="1"/>
          </p:cNvSpPr>
          <p:nvPr>
            <p:ph type="body" idx="1"/>
          </p:nvPr>
        </p:nvSpPr>
        <p:spPr>
          <a:xfrm>
            <a:off x="6874939" y="809772"/>
            <a:ext cx="4525291" cy="8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68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92"/>
              <a:buFont typeface="Arial"/>
              <a:buChar char="●"/>
              <a:defRPr sz="2492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53"/>
          <p:cNvSpPr txBox="1">
            <a:spLocks noGrp="1"/>
          </p:cNvSpPr>
          <p:nvPr>
            <p:ph type="body" idx="2"/>
          </p:nvPr>
        </p:nvSpPr>
        <p:spPr>
          <a:xfrm>
            <a:off x="6887637" y="1742350"/>
            <a:ext cx="4525292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05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75"/>
              <a:buFont typeface="Arial"/>
              <a:buChar char="●"/>
              <a:defRPr sz="975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96" name="Google Shape;96;p53"/>
          <p:cNvCxnSpPr/>
          <p:nvPr/>
        </p:nvCxnSpPr>
        <p:spPr>
          <a:xfrm>
            <a:off x="6887634" y="656089"/>
            <a:ext cx="12192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97" name="Google Shape;97;p53"/>
          <p:cNvSpPr txBox="1"/>
          <p:nvPr/>
        </p:nvSpPr>
        <p:spPr>
          <a:xfrm>
            <a:off x="791628" y="6297125"/>
            <a:ext cx="3571569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25"/>
              <a:buFont typeface="Lato"/>
              <a:buNone/>
            </a:pPr>
            <a:r>
              <a:rPr lang="en-US" sz="900" b="1" u="sng">
                <a:solidFill>
                  <a:srgbClr val="4B5050"/>
                </a:solidFill>
                <a:latin typeface="Raleway"/>
                <a:ea typeface="Raleway"/>
                <a:cs typeface="Raleway"/>
                <a:sym typeface="Raleway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 ANALISTA DE </a:t>
            </a:r>
            <a:r>
              <a:rPr lang="en-US" sz="900" b="1" i="0" u="sng" strike="noStrike" cap="none">
                <a:solidFill>
                  <a:srgbClr val="4B5050"/>
                </a:solidFill>
                <a:latin typeface="Raleway"/>
                <a:ea typeface="Raleway"/>
                <a:cs typeface="Raleway"/>
                <a:sym typeface="Raleway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900" b="1" u="sng">
                <a:solidFill>
                  <a:srgbClr val="00AAF0"/>
                </a:solidFill>
                <a:latin typeface="Raleway"/>
                <a:ea typeface="Raleway"/>
                <a:cs typeface="Raleway"/>
                <a:sym typeface="Raleway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MODELOS DE NEGÓCIOS</a:t>
            </a:r>
            <a:endParaRPr/>
          </a:p>
        </p:txBody>
      </p:sp>
      <p:sp>
        <p:nvSpPr>
          <p:cNvPr id="98" name="Google Shape;98;p53"/>
          <p:cNvSpPr txBox="1"/>
          <p:nvPr/>
        </p:nvSpPr>
        <p:spPr>
          <a:xfrm>
            <a:off x="8077487" y="6297125"/>
            <a:ext cx="3316062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25"/>
              <a:buFont typeface="Lato"/>
              <a:buNone/>
            </a:pPr>
            <a:r>
              <a:rPr lang="en-US" sz="900" b="1">
                <a:solidFill>
                  <a:srgbClr val="00AAF0"/>
                </a:solidFill>
                <a:latin typeface="Raleway"/>
                <a:ea typeface="Raleway"/>
                <a:cs typeface="Raleway"/>
                <a:sym typeface="Raleway"/>
              </a:rPr>
              <a:t>analistamodelosdenegocios.com.br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without Footers">
  <p:cSld name="Title &amp; Content without Footer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4"/>
          <p:cNvSpPr txBox="1">
            <a:spLocks noGrp="1"/>
          </p:cNvSpPr>
          <p:nvPr>
            <p:ph type="body" idx="1"/>
          </p:nvPr>
        </p:nvSpPr>
        <p:spPr>
          <a:xfrm>
            <a:off x="778935" y="813508"/>
            <a:ext cx="10604677" cy="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68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92"/>
              <a:buFont typeface="Arial"/>
              <a:buChar char="●"/>
              <a:defRPr sz="2492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54"/>
          <p:cNvSpPr txBox="1">
            <a:spLocks noGrp="1"/>
          </p:cNvSpPr>
          <p:nvPr>
            <p:ph type="body" idx="2"/>
          </p:nvPr>
        </p:nvSpPr>
        <p:spPr>
          <a:xfrm>
            <a:off x="791633" y="1278800"/>
            <a:ext cx="10604677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05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75"/>
              <a:buFont typeface="Arial"/>
              <a:buChar char="●"/>
              <a:defRPr sz="975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5"/>
          <p:cNvSpPr txBox="1"/>
          <p:nvPr/>
        </p:nvSpPr>
        <p:spPr>
          <a:xfrm>
            <a:off x="791628" y="6297125"/>
            <a:ext cx="3571569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25"/>
              <a:buFont typeface="Lato"/>
              <a:buNone/>
            </a:pPr>
            <a:r>
              <a:rPr lang="en-US" sz="900" b="1" u="sng">
                <a:solidFill>
                  <a:srgbClr val="4B5050"/>
                </a:solidFill>
                <a:latin typeface="Raleway"/>
                <a:ea typeface="Raleway"/>
                <a:cs typeface="Raleway"/>
                <a:sym typeface="Raleway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 ANALISTA DE </a:t>
            </a:r>
            <a:r>
              <a:rPr lang="en-US" sz="900" b="1" i="0" u="sng" strike="noStrike" cap="none">
                <a:solidFill>
                  <a:srgbClr val="4B5050"/>
                </a:solidFill>
                <a:latin typeface="Raleway"/>
                <a:ea typeface="Raleway"/>
                <a:cs typeface="Raleway"/>
                <a:sym typeface="Raleway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900" b="1" u="sng">
                <a:solidFill>
                  <a:srgbClr val="00AAF0"/>
                </a:solidFill>
                <a:latin typeface="Raleway"/>
                <a:ea typeface="Raleway"/>
                <a:cs typeface="Raleway"/>
                <a:sym typeface="Raleway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MODELOS DE NEGÓCIOS</a:t>
            </a:r>
            <a:endParaRPr/>
          </a:p>
        </p:txBody>
      </p:sp>
      <p:sp>
        <p:nvSpPr>
          <p:cNvPr id="104" name="Google Shape;104;p55"/>
          <p:cNvSpPr txBox="1"/>
          <p:nvPr/>
        </p:nvSpPr>
        <p:spPr>
          <a:xfrm>
            <a:off x="8077487" y="6297125"/>
            <a:ext cx="3316062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25"/>
              <a:buFont typeface="Lato"/>
              <a:buNone/>
            </a:pPr>
            <a:r>
              <a:rPr lang="en-US" sz="900" b="1">
                <a:solidFill>
                  <a:srgbClr val="00AAF0"/>
                </a:solidFill>
                <a:latin typeface="Raleway"/>
                <a:ea typeface="Raleway"/>
                <a:cs typeface="Raleway"/>
                <a:sym typeface="Raleway"/>
              </a:rPr>
              <a:t>analistamodelosdenegocios.com.br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>
          <a:extLst>
            <a:ext uri="{FF2B5EF4-FFF2-40B4-BE49-F238E27FC236}">
              <a16:creationId xmlns:a16="http://schemas.microsoft.com/office/drawing/2014/main" id="{57EBEB35-7460-5491-EA35-E9CBB7903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36" descr="Uma imagem contendo escuro, natação, luz, computer&#10;&#10;Descrição gerada automaticamente">
            <a:extLst>
              <a:ext uri="{FF2B5EF4-FFF2-40B4-BE49-F238E27FC236}">
                <a16:creationId xmlns:a16="http://schemas.microsoft.com/office/drawing/2014/main" id="{641C22F5-3BE3-E76E-3E34-0B92435341F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8;p3">
            <a:extLst>
              <a:ext uri="{FF2B5EF4-FFF2-40B4-BE49-F238E27FC236}">
                <a16:creationId xmlns:a16="http://schemas.microsoft.com/office/drawing/2014/main" id="{E9DB8B6F-8879-9389-E02C-F61A5857BC70}"/>
              </a:ext>
            </a:extLst>
          </p:cNvPr>
          <p:cNvSpPr/>
          <p:nvPr/>
        </p:nvSpPr>
        <p:spPr>
          <a:xfrm>
            <a:off x="-7366" y="-1"/>
            <a:ext cx="12206732" cy="6858000"/>
          </a:xfrm>
          <a:prstGeom prst="rect">
            <a:avLst/>
          </a:prstGeom>
          <a:solidFill>
            <a:srgbClr val="000000">
              <a:alpha val="3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6">
            <a:extLst>
              <a:ext uri="{FF2B5EF4-FFF2-40B4-BE49-F238E27FC236}">
                <a16:creationId xmlns:a16="http://schemas.microsoft.com/office/drawing/2014/main" id="{A13ED853-4030-ABA5-9D97-708805932D14}"/>
              </a:ext>
            </a:extLst>
          </p:cNvPr>
          <p:cNvSpPr txBox="1"/>
          <p:nvPr/>
        </p:nvSpPr>
        <p:spPr>
          <a:xfrm>
            <a:off x="0" y="6531922"/>
            <a:ext cx="121920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i="1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FATEC Registro – Disciplina: Interação Humano-Computador - IHC – Prof. Diego Max – DSM-3</a:t>
            </a:r>
            <a:endParaRPr sz="900" i="1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6">
            <a:extLst>
              <a:ext uri="{FF2B5EF4-FFF2-40B4-BE49-F238E27FC236}">
                <a16:creationId xmlns:a16="http://schemas.microsoft.com/office/drawing/2014/main" id="{A2AF3D4B-A7C4-3E3A-0E00-479C7ADC4BC6}"/>
              </a:ext>
            </a:extLst>
          </p:cNvPr>
          <p:cNvSpPr txBox="1"/>
          <p:nvPr/>
        </p:nvSpPr>
        <p:spPr>
          <a:xfrm>
            <a:off x="6512523" y="3584202"/>
            <a:ext cx="522007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Prof. Diego Max</a:t>
            </a:r>
            <a:endParaRPr/>
          </a:p>
        </p:txBody>
      </p:sp>
      <p:sp>
        <p:nvSpPr>
          <p:cNvPr id="716" name="Google Shape;716;p36">
            <a:extLst>
              <a:ext uri="{FF2B5EF4-FFF2-40B4-BE49-F238E27FC236}">
                <a16:creationId xmlns:a16="http://schemas.microsoft.com/office/drawing/2014/main" id="{9F3D854D-1F46-7A63-6B34-EDBA3CDD2746}"/>
              </a:ext>
            </a:extLst>
          </p:cNvPr>
          <p:cNvSpPr txBox="1"/>
          <p:nvPr/>
        </p:nvSpPr>
        <p:spPr>
          <a:xfrm>
            <a:off x="2564091" y="411477"/>
            <a:ext cx="9168502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Interação</a:t>
            </a:r>
            <a:endParaRPr sz="60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Humano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Computador</a:t>
            </a:r>
            <a:endParaRPr sz="60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7" name="Google Shape;717;p36">
            <a:extLst>
              <a:ext uri="{FF2B5EF4-FFF2-40B4-BE49-F238E27FC236}">
                <a16:creationId xmlns:a16="http://schemas.microsoft.com/office/drawing/2014/main" id="{95F47DC3-6D87-B70F-ACAA-AEA01F2FD36A}"/>
              </a:ext>
            </a:extLst>
          </p:cNvPr>
          <p:cNvGrpSpPr/>
          <p:nvPr/>
        </p:nvGrpSpPr>
        <p:grpSpPr>
          <a:xfrm>
            <a:off x="459407" y="411477"/>
            <a:ext cx="1851738" cy="901509"/>
            <a:chOff x="459407" y="325120"/>
            <a:chExt cx="2232993" cy="1087120"/>
          </a:xfrm>
        </p:grpSpPr>
        <p:sp>
          <p:nvSpPr>
            <p:cNvPr id="718" name="Google Shape;718;p36">
              <a:extLst>
                <a:ext uri="{FF2B5EF4-FFF2-40B4-BE49-F238E27FC236}">
                  <a16:creationId xmlns:a16="http://schemas.microsoft.com/office/drawing/2014/main" id="{34591078-1CAC-6434-FDB9-83EBADDA34DD}"/>
                </a:ext>
              </a:extLst>
            </p:cNvPr>
            <p:cNvSpPr/>
            <p:nvPr/>
          </p:nvSpPr>
          <p:spPr>
            <a:xfrm>
              <a:off x="459407" y="325120"/>
              <a:ext cx="2232993" cy="10871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19" name="Google Shape;719;p36" descr="Logotipo&#10;&#10;Descrição gerada automaticamente">
              <a:extLst>
                <a:ext uri="{FF2B5EF4-FFF2-40B4-BE49-F238E27FC236}">
                  <a16:creationId xmlns:a16="http://schemas.microsoft.com/office/drawing/2014/main" id="{6F57B6D2-11B6-08DC-FBE1-86EDA824C0F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17425" y="502917"/>
              <a:ext cx="1710815" cy="77282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199155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5"/>
          <p:cNvSpPr/>
          <p:nvPr/>
        </p:nvSpPr>
        <p:spPr>
          <a:xfrm>
            <a:off x="-7366" y="-1"/>
            <a:ext cx="12206732" cy="6858000"/>
          </a:xfrm>
          <a:prstGeom prst="rect">
            <a:avLst/>
          </a:prstGeom>
          <a:solidFill>
            <a:srgbClr val="000000">
              <a:alpha val="3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5"/>
          <p:cNvSpPr txBox="1"/>
          <p:nvPr/>
        </p:nvSpPr>
        <p:spPr>
          <a:xfrm>
            <a:off x="474746" y="431583"/>
            <a:ext cx="11308784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Mapa de Empatia - Colocando em prática</a:t>
            </a:r>
            <a:endParaRPr sz="2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35"/>
          <p:cNvSpPr txBox="1"/>
          <p:nvPr/>
        </p:nvSpPr>
        <p:spPr>
          <a:xfrm>
            <a:off x="474746" y="1927153"/>
            <a:ext cx="5280011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1 – </a:t>
            </a:r>
            <a:r>
              <a:rPr lang="en-US" sz="28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Montar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2800" b="0" i="0" u="none" strike="noStrike" cap="none" dirty="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Mapa de </a:t>
            </a:r>
            <a:r>
              <a:rPr lang="en-US" sz="2800" b="0" i="0" u="none" strike="noStrike" cap="none" dirty="0" err="1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Empatia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para o </a:t>
            </a:r>
            <a:r>
              <a:rPr lang="en-US" sz="28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público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alvo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en-US" sz="28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seu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Integrador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8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8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2 – 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Utilize o </a:t>
            </a:r>
            <a:r>
              <a:rPr lang="en-US" sz="28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das Personas para </a:t>
            </a:r>
            <a:r>
              <a:rPr lang="en-US" sz="28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ajudar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tarefa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8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5"/>
          <p:cNvSpPr txBox="1"/>
          <p:nvPr/>
        </p:nvSpPr>
        <p:spPr>
          <a:xfrm>
            <a:off x="0" y="6531922"/>
            <a:ext cx="121920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900"/>
              <a:buFont typeface="Arial"/>
              <a:buNone/>
            </a:pPr>
            <a:r>
              <a:rPr lang="en-US" sz="900" b="0" i="1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FATEC Registro – Disciplina: Interação Humano-Computador - IHC – Prof. Diego Max –  DSM-3</a:t>
            </a:r>
            <a:endParaRPr sz="900" b="0" i="1" u="none" strike="noStrike" cap="none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8" name="Google Shape;708;p35"/>
          <p:cNvPicPr preferRelativeResize="0"/>
          <p:nvPr/>
        </p:nvPicPr>
        <p:blipFill rotWithShape="1">
          <a:blip r:embed="rId3">
            <a:alphaModFix/>
          </a:blip>
          <a:srcRect t="11217"/>
          <a:stretch/>
        </p:blipFill>
        <p:spPr>
          <a:xfrm>
            <a:off x="5650699" y="1858236"/>
            <a:ext cx="5955718" cy="3336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1" name="Google Shape;401;p26"/>
          <p:cNvCxnSpPr/>
          <p:nvPr/>
        </p:nvCxnSpPr>
        <p:spPr>
          <a:xfrm>
            <a:off x="1786202" y="656089"/>
            <a:ext cx="9906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02" name="Google Shape;402;p26"/>
          <p:cNvSpPr txBox="1">
            <a:spLocks noGrp="1"/>
          </p:cNvSpPr>
          <p:nvPr>
            <p:ph type="body" idx="1"/>
          </p:nvPr>
        </p:nvSpPr>
        <p:spPr>
          <a:xfrm>
            <a:off x="1775881" y="813500"/>
            <a:ext cx="2695800" cy="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US">
                <a:latin typeface="Raleway"/>
                <a:ea typeface="Raleway"/>
                <a:cs typeface="Raleway"/>
                <a:sym typeface="Raleway"/>
              </a:rPr>
              <a:t>Mapa de Empatia</a:t>
            </a:r>
            <a:r>
              <a:rPr lang="en-US" b="0">
                <a:latin typeface="Raleway"/>
                <a:ea typeface="Raleway"/>
                <a:cs typeface="Raleway"/>
                <a:sym typeface="Raleway"/>
              </a:rPr>
              <a:t> </a:t>
            </a:r>
            <a:endParaRPr/>
          </a:p>
        </p:txBody>
      </p:sp>
      <p:grpSp>
        <p:nvGrpSpPr>
          <p:cNvPr id="403" name="Google Shape;403;p26"/>
          <p:cNvGrpSpPr/>
          <p:nvPr/>
        </p:nvGrpSpPr>
        <p:grpSpPr>
          <a:xfrm>
            <a:off x="1802450" y="1359926"/>
            <a:ext cx="8620623" cy="4862749"/>
            <a:chOff x="659450" y="1359925"/>
            <a:chExt cx="8620623" cy="4862749"/>
          </a:xfrm>
        </p:grpSpPr>
        <p:pic>
          <p:nvPicPr>
            <p:cNvPr id="404" name="Google Shape;404;p2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64374" y="1360000"/>
              <a:ext cx="8615699" cy="48626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5" name="Google Shape;405;p26"/>
            <p:cNvSpPr/>
            <p:nvPr/>
          </p:nvSpPr>
          <p:spPr>
            <a:xfrm>
              <a:off x="659450" y="1359925"/>
              <a:ext cx="8615700" cy="4862700"/>
            </a:xfrm>
            <a:prstGeom prst="rect">
              <a:avLst/>
            </a:prstGeom>
            <a:noFill/>
            <a:ln w="28575" cap="flat" cmpd="sng">
              <a:solidFill>
                <a:srgbClr val="53585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44975" tIns="44975" rIns="44975" bIns="449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  <p:grpSp>
        <p:nvGrpSpPr>
          <p:cNvPr id="406" name="Google Shape;406;p26"/>
          <p:cNvGrpSpPr/>
          <p:nvPr/>
        </p:nvGrpSpPr>
        <p:grpSpPr>
          <a:xfrm>
            <a:off x="4543300" y="780343"/>
            <a:ext cx="5909628" cy="474058"/>
            <a:chOff x="3400300" y="780342"/>
            <a:chExt cx="5909628" cy="474058"/>
          </a:xfrm>
        </p:grpSpPr>
        <p:sp>
          <p:nvSpPr>
            <p:cNvPr id="407" name="Google Shape;407;p26"/>
            <p:cNvSpPr/>
            <p:nvPr/>
          </p:nvSpPr>
          <p:spPr>
            <a:xfrm>
              <a:off x="3400300" y="789100"/>
              <a:ext cx="1922700" cy="4653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Pet </a:t>
              </a:r>
              <a:r>
                <a:rPr lang="en-US" sz="1400" b="1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Banho&amp;Creche</a:t>
              </a:r>
              <a:endParaRPr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26"/>
            <p:cNvSpPr/>
            <p:nvPr/>
          </p:nvSpPr>
          <p:spPr>
            <a:xfrm>
              <a:off x="3426936" y="780342"/>
              <a:ext cx="13452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4975" tIns="44975" rIns="44975" bIns="449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ts val="175"/>
                <a:buFont typeface="Raleway"/>
                <a:buNone/>
              </a:pPr>
              <a:r>
                <a:rPr lang="en-US" sz="700" b="0" i="1" u="none" strike="noStrike" cap="none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rPr>
                <a:t>Desenhado para:</a:t>
              </a:r>
              <a:endParaRPr/>
            </a:p>
          </p:txBody>
        </p:sp>
        <p:sp>
          <p:nvSpPr>
            <p:cNvPr id="409" name="Google Shape;409;p26"/>
            <p:cNvSpPr/>
            <p:nvPr/>
          </p:nvSpPr>
          <p:spPr>
            <a:xfrm>
              <a:off x="5381500" y="789100"/>
              <a:ext cx="1922700" cy="4653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UXFazdeConta.com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26"/>
            <p:cNvSpPr/>
            <p:nvPr/>
          </p:nvSpPr>
          <p:spPr>
            <a:xfrm>
              <a:off x="5408136" y="780342"/>
              <a:ext cx="1345199" cy="24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4975" tIns="44975" rIns="44975" bIns="449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ts val="175"/>
                <a:buFont typeface="Raleway"/>
                <a:buNone/>
              </a:pPr>
              <a:r>
                <a:rPr lang="en-US" sz="700" b="0" i="1" u="none" strike="noStrike" cap="none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rPr>
                <a:t>Desenhado por:</a:t>
              </a:r>
              <a:endParaRPr/>
            </a:p>
          </p:txBody>
        </p:sp>
        <p:sp>
          <p:nvSpPr>
            <p:cNvPr id="411" name="Google Shape;411;p26"/>
            <p:cNvSpPr/>
            <p:nvPr/>
          </p:nvSpPr>
          <p:spPr>
            <a:xfrm>
              <a:off x="7362700" y="789100"/>
              <a:ext cx="930000" cy="4653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26"/>
            <p:cNvSpPr/>
            <p:nvPr/>
          </p:nvSpPr>
          <p:spPr>
            <a:xfrm>
              <a:off x="7389329" y="780350"/>
              <a:ext cx="9033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4975" tIns="44975" rIns="44975" bIns="449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ts val="175"/>
                <a:buFont typeface="Raleway"/>
                <a:buNone/>
              </a:pPr>
              <a:r>
                <a:rPr lang="en-US" sz="700" b="0" i="1" u="none" strike="noStrike" cap="none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rPr>
                <a:t>Data:</a:t>
              </a:r>
              <a:endParaRPr/>
            </a:p>
          </p:txBody>
        </p:sp>
        <p:sp>
          <p:nvSpPr>
            <p:cNvPr id="413" name="Google Shape;413;p26"/>
            <p:cNvSpPr/>
            <p:nvPr/>
          </p:nvSpPr>
          <p:spPr>
            <a:xfrm>
              <a:off x="8353300" y="789100"/>
              <a:ext cx="930000" cy="4653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26"/>
            <p:cNvSpPr/>
            <p:nvPr/>
          </p:nvSpPr>
          <p:spPr>
            <a:xfrm>
              <a:off x="8379928" y="780350"/>
              <a:ext cx="9300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4975" tIns="44975" rIns="44975" bIns="449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ts val="175"/>
                <a:buFont typeface="Raleway"/>
                <a:buNone/>
              </a:pPr>
              <a:r>
                <a:rPr lang="en-US" sz="700" b="0" i="1" u="none" strike="noStrike" cap="none">
                  <a:solidFill>
                    <a:srgbClr val="666666"/>
                  </a:solidFill>
                  <a:latin typeface="Raleway"/>
                  <a:ea typeface="Raleway"/>
                  <a:cs typeface="Raleway"/>
                  <a:sym typeface="Raleway"/>
                </a:rPr>
                <a:t>Versão:</a:t>
              </a:r>
              <a:endParaRPr/>
            </a:p>
          </p:txBody>
        </p:sp>
      </p:grpSp>
      <p:sp>
        <p:nvSpPr>
          <p:cNvPr id="415" name="Google Shape;415;p26"/>
          <p:cNvSpPr/>
          <p:nvPr/>
        </p:nvSpPr>
        <p:spPr>
          <a:xfrm>
            <a:off x="3697273" y="1466150"/>
            <a:ext cx="1867800" cy="7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975" tIns="44975" rIns="44975" bIns="449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ts val="250"/>
              <a:buFont typeface="Raleway"/>
              <a:buNone/>
            </a:pPr>
            <a:r>
              <a:rPr lang="en-US" sz="1000" b="1" i="0" u="none" strike="noStrike" cap="none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Com quem estamos sendo EMPÁTICOS?</a:t>
            </a:r>
            <a:endParaRPr/>
          </a:p>
        </p:txBody>
      </p:sp>
      <p:sp>
        <p:nvSpPr>
          <p:cNvPr id="416" name="Google Shape;416;p26"/>
          <p:cNvSpPr/>
          <p:nvPr/>
        </p:nvSpPr>
        <p:spPr>
          <a:xfrm>
            <a:off x="6897673" y="1466150"/>
            <a:ext cx="1867800" cy="7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975" tIns="44975" rIns="44975" bIns="449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ts val="250"/>
              <a:buFont typeface="Raleway"/>
              <a:buNone/>
            </a:pPr>
            <a:r>
              <a:rPr lang="en-US" sz="1000" b="1" i="0" u="none" strike="noStrike" cap="none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 que ela precisa fazer?</a:t>
            </a:r>
            <a:endParaRPr/>
          </a:p>
        </p:txBody>
      </p:sp>
      <p:sp>
        <p:nvSpPr>
          <p:cNvPr id="417" name="Google Shape;417;p26"/>
          <p:cNvSpPr/>
          <p:nvPr/>
        </p:nvSpPr>
        <p:spPr>
          <a:xfrm>
            <a:off x="5689623" y="1466150"/>
            <a:ext cx="884348" cy="249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975" tIns="44975" rIns="44975" bIns="449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ts val="300"/>
              <a:buFont typeface="Raleway"/>
              <a:buNone/>
            </a:pPr>
            <a:r>
              <a:rPr lang="en-US" sz="1200" b="1" i="0" u="none" strike="noStrike" cap="none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OBJETIVO</a:t>
            </a:r>
            <a:endParaRPr/>
          </a:p>
        </p:txBody>
      </p:sp>
      <p:sp>
        <p:nvSpPr>
          <p:cNvPr id="418" name="Google Shape;418;p26"/>
          <p:cNvSpPr/>
          <p:nvPr/>
        </p:nvSpPr>
        <p:spPr>
          <a:xfrm>
            <a:off x="5298750" y="2594177"/>
            <a:ext cx="17553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975" tIns="44975" rIns="44975" bIns="449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ts val="250"/>
              <a:buFont typeface="Raleway"/>
              <a:buNone/>
            </a:pPr>
            <a:r>
              <a:rPr lang="en-US" sz="1000" b="1" i="0" u="none" strike="noStrike" cap="none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O que ela PENSA e SENTE?</a:t>
            </a:r>
            <a:endParaRPr/>
          </a:p>
        </p:txBody>
      </p:sp>
      <p:sp>
        <p:nvSpPr>
          <p:cNvPr id="419" name="Google Shape;419;p26"/>
          <p:cNvSpPr/>
          <p:nvPr/>
        </p:nvSpPr>
        <p:spPr>
          <a:xfrm>
            <a:off x="5119052" y="2899500"/>
            <a:ext cx="990600" cy="7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975" tIns="44975" rIns="44975" bIns="449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ts val="250"/>
              <a:buFont typeface="Raleway"/>
              <a:buNone/>
            </a:pPr>
            <a:r>
              <a:rPr lang="en-US" sz="1000" b="1" i="0" u="none" strike="noStrike" cap="none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DORES</a:t>
            </a:r>
            <a:endParaRPr/>
          </a:p>
        </p:txBody>
      </p:sp>
      <p:sp>
        <p:nvSpPr>
          <p:cNvPr id="420" name="Google Shape;420;p26"/>
          <p:cNvSpPr/>
          <p:nvPr/>
        </p:nvSpPr>
        <p:spPr>
          <a:xfrm>
            <a:off x="6185852" y="2899500"/>
            <a:ext cx="990600" cy="7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975" tIns="44975" rIns="44975" bIns="449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ts val="250"/>
              <a:buFont typeface="Raleway"/>
              <a:buNone/>
            </a:pPr>
            <a:r>
              <a:rPr lang="en-US" sz="1000" b="1" i="0" u="none" strike="noStrike" cap="none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DESEJOS</a:t>
            </a:r>
            <a:endParaRPr/>
          </a:p>
        </p:txBody>
      </p:sp>
      <p:sp>
        <p:nvSpPr>
          <p:cNvPr id="2" name="Google Shape;445;p27">
            <a:extLst>
              <a:ext uri="{FF2B5EF4-FFF2-40B4-BE49-F238E27FC236}">
                <a16:creationId xmlns:a16="http://schemas.microsoft.com/office/drawing/2014/main" id="{DA2CE8F5-248D-2F86-86BF-7A7D845F8C3D}"/>
              </a:ext>
            </a:extLst>
          </p:cNvPr>
          <p:cNvSpPr/>
          <p:nvPr/>
        </p:nvSpPr>
        <p:spPr>
          <a:xfrm>
            <a:off x="3861375" y="1861200"/>
            <a:ext cx="1125900" cy="735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38100" dist="12699" dir="2700000" rotWithShape="0">
              <a:srgbClr val="000000">
                <a:alpha val="74509"/>
              </a:srgbClr>
            </a:outerShdw>
          </a:effectLst>
        </p:spPr>
        <p:txBody>
          <a:bodyPr spcFirstLastPara="1" wrap="square"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5"/>
              <a:buFont typeface="Raleway"/>
              <a:buNone/>
            </a:pPr>
            <a:r>
              <a:rPr lang="en-US" sz="1300" b="1" i="0" u="none" strike="noStrike" cap="none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Clientes</a:t>
            </a:r>
            <a:r>
              <a:rPr lang="en-US" sz="1300" b="1" i="0" u="none" strike="noStrike" cap="none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do </a:t>
            </a:r>
            <a:r>
              <a:rPr lang="en-US" sz="1300" b="1" i="0" u="none" strike="noStrike" cap="none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PetB&amp;C</a:t>
            </a:r>
            <a:r>
              <a:rPr lang="en-US" sz="1300" b="1" i="0" u="none" strike="noStrike" cap="none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…</a:t>
            </a:r>
            <a:endParaRPr sz="1300" b="1" i="0" u="none" strike="noStrike" cap="none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5"/>
          <p:cNvSpPr/>
          <p:nvPr/>
        </p:nvSpPr>
        <p:spPr>
          <a:xfrm>
            <a:off x="0" y="0"/>
            <a:ext cx="12191999" cy="687004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" name="Google Shape;39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3242" y="80684"/>
            <a:ext cx="10285515" cy="6489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36" descr="Uma imagem contendo escuro, natação, luz, computer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8;p3">
            <a:extLst>
              <a:ext uri="{FF2B5EF4-FFF2-40B4-BE49-F238E27FC236}">
                <a16:creationId xmlns:a16="http://schemas.microsoft.com/office/drawing/2014/main" id="{33535912-B7B1-B2FC-8597-E1EE0BCBCFB5}"/>
              </a:ext>
            </a:extLst>
          </p:cNvPr>
          <p:cNvSpPr/>
          <p:nvPr/>
        </p:nvSpPr>
        <p:spPr>
          <a:xfrm>
            <a:off x="-7366" y="-1"/>
            <a:ext cx="12206732" cy="6858000"/>
          </a:xfrm>
          <a:prstGeom prst="rect">
            <a:avLst/>
          </a:prstGeom>
          <a:solidFill>
            <a:srgbClr val="000000">
              <a:alpha val="3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6"/>
          <p:cNvSpPr txBox="1"/>
          <p:nvPr/>
        </p:nvSpPr>
        <p:spPr>
          <a:xfrm>
            <a:off x="0" y="6531922"/>
            <a:ext cx="121920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i="1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FATEC Registro – Disciplina: Interação Humano-Computador - IHC – Prof. Diego Max – DSM-3</a:t>
            </a:r>
            <a:endParaRPr sz="900" i="1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6"/>
          <p:cNvSpPr txBox="1"/>
          <p:nvPr/>
        </p:nvSpPr>
        <p:spPr>
          <a:xfrm>
            <a:off x="6512523" y="3584202"/>
            <a:ext cx="522007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Prof. Diego Max</a:t>
            </a:r>
            <a:endParaRPr/>
          </a:p>
        </p:txBody>
      </p:sp>
      <p:sp>
        <p:nvSpPr>
          <p:cNvPr id="716" name="Google Shape;716;p36"/>
          <p:cNvSpPr txBox="1"/>
          <p:nvPr/>
        </p:nvSpPr>
        <p:spPr>
          <a:xfrm>
            <a:off x="2564091" y="411477"/>
            <a:ext cx="9168502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Interação</a:t>
            </a:r>
            <a:endParaRPr sz="60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Humano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Computador</a:t>
            </a:r>
            <a:endParaRPr sz="60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7" name="Google Shape;717;p36"/>
          <p:cNvGrpSpPr/>
          <p:nvPr/>
        </p:nvGrpSpPr>
        <p:grpSpPr>
          <a:xfrm>
            <a:off x="459407" y="411477"/>
            <a:ext cx="1851738" cy="901509"/>
            <a:chOff x="459407" y="325120"/>
            <a:chExt cx="2232993" cy="1087120"/>
          </a:xfrm>
        </p:grpSpPr>
        <p:sp>
          <p:nvSpPr>
            <p:cNvPr id="718" name="Google Shape;718;p36"/>
            <p:cNvSpPr/>
            <p:nvPr/>
          </p:nvSpPr>
          <p:spPr>
            <a:xfrm>
              <a:off x="459407" y="325120"/>
              <a:ext cx="2232993" cy="10871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19" name="Google Shape;719;p36" descr="Logotipo&#10;&#10;Descrição gerada automaticamente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17425" y="502917"/>
              <a:ext cx="1710815" cy="7728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18-Light Business Proposal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B5050"/>
      </a:accent1>
      <a:accent2>
        <a:srgbClr val="00AAF0"/>
      </a:accent2>
      <a:accent3>
        <a:srgbClr val="6E7378"/>
      </a:accent3>
      <a:accent4>
        <a:srgbClr val="91969B"/>
      </a:accent4>
      <a:accent5>
        <a:srgbClr val="AAAFB4"/>
      </a:accent5>
      <a:accent6>
        <a:srgbClr val="DCE1E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FDDF55F7F9FEE4C8932BF9FB9091EF4" ma:contentTypeVersion="4" ma:contentTypeDescription="Crie um novo documento." ma:contentTypeScope="" ma:versionID="cdeb8547a508572acb61e1d85aa2d653">
  <xsd:schema xmlns:xsd="http://www.w3.org/2001/XMLSchema" xmlns:xs="http://www.w3.org/2001/XMLSchema" xmlns:p="http://schemas.microsoft.com/office/2006/metadata/properties" xmlns:ns2="14085a0d-805d-4319-adc1-546f7d7ee7eb" targetNamespace="http://schemas.microsoft.com/office/2006/metadata/properties" ma:root="true" ma:fieldsID="f846d84af58434ea1b0fb3770d98f946" ns2:_="">
    <xsd:import namespace="14085a0d-805d-4319-adc1-546f7d7ee7eb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085a0d-805d-4319-adc1-546f7d7ee7e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14085a0d-805d-4319-adc1-546f7d7ee7eb" xsi:nil="true"/>
  </documentManagement>
</p:properties>
</file>

<file path=customXml/itemProps1.xml><?xml version="1.0" encoding="utf-8"?>
<ds:datastoreItem xmlns:ds="http://schemas.openxmlformats.org/officeDocument/2006/customXml" ds:itemID="{E33C4DAD-7B03-40A1-9C23-6513988A3E18}"/>
</file>

<file path=customXml/itemProps2.xml><?xml version="1.0" encoding="utf-8"?>
<ds:datastoreItem xmlns:ds="http://schemas.openxmlformats.org/officeDocument/2006/customXml" ds:itemID="{7E9977E5-3ADA-4D1E-B007-D8504C12EB24}"/>
</file>

<file path=customXml/itemProps3.xml><?xml version="1.0" encoding="utf-8"?>
<ds:datastoreItem xmlns:ds="http://schemas.openxmlformats.org/officeDocument/2006/customXml" ds:itemID="{C5F50204-AEC4-488E-A1EB-E1788CFF0865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147</Words>
  <Application>Microsoft Office PowerPoint</Application>
  <PresentationFormat>Widescreen</PresentationFormat>
  <Paragraphs>31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2" baseType="lpstr">
      <vt:lpstr>Lato</vt:lpstr>
      <vt:lpstr>Calibri</vt:lpstr>
      <vt:lpstr>Helvetica Neue Light</vt:lpstr>
      <vt:lpstr>Raleway</vt:lpstr>
      <vt:lpstr>Arial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DIEGO MAX DA SILVA</dc:creator>
  <cp:lastModifiedBy>DIEGO MAX DA SILVA</cp:lastModifiedBy>
  <cp:revision>3</cp:revision>
  <dcterms:created xsi:type="dcterms:W3CDTF">2023-01-05T14:21:52Z</dcterms:created>
  <dcterms:modified xsi:type="dcterms:W3CDTF">2025-10-17T19:20:44Z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0x0101001FDDF55F7F9FEE4C8932BF9FB9091EF4</vt:lpwstr>
  </property>
</Properties>
</file>